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3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2971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280160"/>
            <a:ext cx="4114800" cy="4114800"/>
          </a:xfrm>
          <a:prstGeom prst="ellipse">
            <a:avLst/>
          </a:prstGeom>
          <a:solidFill>
            <a:srgbClr val="222C5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222C5E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0" y="4206240"/>
            <a:ext cx="1280160" cy="12801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914400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5146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AQLLI BOLAJON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868680" y="3611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4–7 yoshli bolalar uchun interaktiv ta'lim tizimi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4343400"/>
            <a:ext cx="118872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Hokimlik va tuman mutasaddilari uchun taqdimot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360152" y="59893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TAQDIMOTCHI HAQIDA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749040" cy="4937760"/>
          </a:xfrm>
          <a:prstGeom prst="roundRect">
            <a:avLst>
              <a:gd name="adj" fmla="val 2927"/>
            </a:avLst>
          </a:prstGeom>
          <a:solidFill>
            <a:srgbClr val="2F3C7E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697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Axmedov Botir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"Aqlli Bolajon" loyihasi muallifi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463040" y="4023360"/>
            <a:ext cx="118872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425196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+998 93 228 18 84
botircoders@gmail.com
t.me/akhmedovbotirofficial
akhmedovbotir.uz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17720" y="13716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57800" y="132588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yillik amaliy tajriba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57800" y="1664208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sifatida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yirik avtomatlashtirish loyihalarini noldan ishlab chiqqan.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2578608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2578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57800" y="2532888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en-US" sz="1500" b="1" dirty="0" err="1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Aqlli</a:t>
            </a: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Bolajon</a:t>
            </a: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</a:t>
            </a:r>
            <a:r>
              <a:rPr lang="en-US" sz="1500" b="1" dirty="0" err="1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</a:t>
            </a: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kitobi</a:t>
            </a: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muallifi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57800" y="2871216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sherikning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oddiy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kitobini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kitobga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olib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o’tgan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inson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3785616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4617720" y="3785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57800" y="3739896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IT-o'qituvchi tajribasi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57800" y="4078224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paytgacha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200 dan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ortiq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o’quvchiga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ITning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nechta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yo’nalishlari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savodxonlik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bo’yicha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dars bergan.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4992624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4617720" y="4992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57800" y="4946904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Davlat muassasalarida tajriba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257800" y="5285232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KIATM AF da IT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mutaxassis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sifatida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salkam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yil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ishlagan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qancha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tashqi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ishlar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davlat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ichki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tizimlarini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tushungan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8ABB00A3-3929-CA3E-CA12-763A1210C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540" y="1485900"/>
            <a:ext cx="1173480" cy="11734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MUAMMO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CF9F0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Ekranga erta qaramlik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Bolalar erta yoshdan telefon va planshetga nazoratsiz vaqt sarflamoqda, bu diqqat va nutq rivojiga salbiy ta'sir qiladi.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CF9F0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87452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17720" y="26974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Sifatli material yetishmasligi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333756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Zamonaviy, o'zbek tilida, ilmiy asosga qurilgan rivojlantiruvchi materiallar bozorda kam uchraydi.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CF9F0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58200" y="187452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12480" y="26974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Ota-onalar vaqti cheklangan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333756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bilan band ota-onalar bolasi bilan tizimli va mazmunli shug'ullanish uchun vosita va vaqt topa olmaydi.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3291840" cy="3291840"/>
          </a:xfrm>
          <a:prstGeom prst="ellipse">
            <a:avLst/>
          </a:prstGeom>
          <a:solidFill>
            <a:srgbClr val="222C5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NEGA HOZIR MUHIM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64592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4–7 yosh — bola miyasining eng jadal rivojlanadigan davri, keyingi ta'lim muvaffaqiyatining poydevori shu bosqichda qo'yiladi.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30632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Maktabgacha tayyorgarlik sifati bolaning maktabdagi birinchi yillaridagi moslashuvi va o'zlashtirishiga bevosita ta'sir qiladi.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572000"/>
            <a:ext cx="502920" cy="50292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572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44805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Ekranni butunlay taqiqlash emas, uni to'g'ri yo'naltirish — texnologiyani zararli emas, foydali vositaga aylantirish mumkin.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"AQLLI BOLAJON" NIMA?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Bosma kitob, QR-kod texnologiyasi va video darslarni birlashtirgan interaktiv ta'lim tizimi.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CF9F0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88820" y="278892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198882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36118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Bosma kitob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411480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Husnixat, matematika, mantiq va bo'yash mashqlaridan iborat sifatli o'quv qo'llanma.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087368" y="356616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343400" y="246888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2F3C7E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83580" y="2788920"/>
            <a:ext cx="640080" cy="64008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2" name="Text 10"/>
          <p:cNvSpPr/>
          <p:nvPr/>
        </p:nvSpPr>
        <p:spPr>
          <a:xfrm>
            <a:off x="578358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0" y="36118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QR-kod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411480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sahifada shu mavzuga tegishli noyob QR-kod joylashtirilgan.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882128" y="356616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138160" y="246888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CF9F0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578340" y="278892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8" name="Text 16"/>
          <p:cNvSpPr/>
          <p:nvPr/>
        </p:nvSpPr>
        <p:spPr>
          <a:xfrm>
            <a:off x="957834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66760" y="36118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Video dars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58200" y="411480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skanerlanganda qahramon ishtirokidagi qisqa video ochilib, mavzuni tushuntiradi.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KITOB ICHIDA NIMA BOR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74520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45920" y="184708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Husnixat mashqlari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Harf va raqamlarni to'g'ri yozishni o'rgatuvchi bosqichma-bosqich mashqlar.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7960" y="1874520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874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0" y="184708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Matematik topshiriqlar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25146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Sanash, qo'shish va ayirishga oid yosh mos masalalar.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114800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114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45920" y="408736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Mantiqiy mashqlar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475488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Diqqat va tafakkurni rivojlantiruvchi topqirlik topshiriqlari.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379476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37960" y="4114800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4114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0" y="408736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Bo'yash sahifalari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37960" y="475488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Ijodkorlikni va mayda motorikani rivojlantiruvchi rasmlar, video orqali qo'llab-quvvatlanadi.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4094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VIZUAL NAMUNA</a:t>
            </a:r>
            <a:endParaRPr lang="en-US" sz="3000" dirty="0"/>
          </a:p>
        </p:txBody>
      </p:sp>
      <p:pic>
        <p:nvPicPr>
          <p:cNvPr id="3" name="Image 0" descr="1784107514933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71600"/>
            <a:ext cx="5029200" cy="5029200"/>
          </a:xfrm>
          <a:prstGeom prst="rect">
            <a:avLst/>
          </a:prstGeom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</p:pic>
      <p:pic>
        <p:nvPicPr>
          <p:cNvPr id="4" name="Image 1" descr="1784107519074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371600"/>
            <a:ext cx="5029200" cy="5029200"/>
          </a:xfrm>
          <a:prstGeom prst="rect">
            <a:avLst/>
          </a:prstGeom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</p:pic>
      <p:sp>
        <p:nvSpPr>
          <p:cNvPr id="5" name="Text 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0C04306D-9A0F-2853-31F8-3CDAD36C5A4F}"/>
              </a:ext>
            </a:extLst>
          </p:cNvPr>
          <p:cNvSpPr/>
          <p:nvPr/>
        </p:nvSpPr>
        <p:spPr>
          <a:xfrm>
            <a:off x="7102417" y="411480"/>
            <a:ext cx="43741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NARXI: 20 000 SO’M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LOYIHA TARIXI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" y="3429000"/>
            <a:ext cx="10149840" cy="0"/>
          </a:xfrm>
          <a:prstGeom prst="line">
            <a:avLst/>
          </a:prstGeom>
          <a:noFill/>
          <a:ln w="38100">
            <a:solidFill>
              <a:srgbClr val="2F3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3291840"/>
            <a:ext cx="274320" cy="274320"/>
          </a:xfrm>
          <a:prstGeom prst="ellipse">
            <a:avLst/>
          </a:prstGeom>
          <a:solidFill>
            <a:srgbClr val="F9616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2606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2024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05740" y="328803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1-qism kitob ishlab chiqilib, biznes sherigim orqali sotila boshlangan.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94960" y="3291840"/>
            <a:ext cx="274320" cy="274320"/>
          </a:xfrm>
          <a:prstGeom prst="ellipse">
            <a:avLst/>
          </a:prstGeom>
          <a:solidFill>
            <a:srgbClr val="F9616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606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2025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297680" y="3312795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asoschisi bilan tanishib, kitobni qaytadan zamonaviy shaklda ishlab chiqish taklifini bergan holda hamkorlik boshlandi.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12680" y="3291840"/>
            <a:ext cx="274320" cy="274320"/>
          </a:xfrm>
          <a:prstGeom prst="ellipse">
            <a:avLst/>
          </a:prstGeom>
          <a:solidFill>
            <a:srgbClr val="F9616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0" y="2606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2026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916162" y="3328035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To'liq yangilangan interaktiv "Aqlli Bolajon" 2-qismi tayyor bo'lib, 5 000 dan ziyod nusxada bosmadan chiqdi.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IJTIMOIY HAMKORLIK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492240" cy="4480560"/>
          </a:xfrm>
          <a:prstGeom prst="roundRect">
            <a:avLst>
              <a:gd name="adj" fmla="val 2041"/>
            </a:avLst>
          </a:prstGeom>
          <a:solidFill>
            <a:srgbClr val="FCF9F0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828800"/>
            <a:ext cx="685800" cy="6858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187452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Asaka ko'zi ojizlar jamiyati bilan hamkorlik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5760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1-qism kitobning sumkalari Asaka ko'zi ojizlar jamiyati a'zolari tomonidan tikilgan — ishlab chiqarish jarayonida biznes sherigimga bevosita yordam berishgan.
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Sotuvning ma'lum qismi hayriya sifatida ko'zi ojizlar jamiyatiga muntazam ajratib boriladi.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0" y="1463040"/>
            <a:ext cx="4343400" cy="4480560"/>
          </a:xfrm>
          <a:prstGeom prst="roundRect">
            <a:avLst>
              <a:gd name="adj" fmla="val 2105"/>
            </a:avLst>
          </a:prstGeom>
          <a:solidFill>
            <a:srgbClr val="2F3C7E"/>
          </a:solidFill>
          <a:ln/>
        </p:spPr>
      </p:sp>
      <p:sp>
        <p:nvSpPr>
          <p:cNvPr id="9" name="Text 7"/>
          <p:cNvSpPr/>
          <p:nvPr/>
        </p:nvSpPr>
        <p:spPr>
          <a:xfrm>
            <a:off x="7635240" y="17830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E7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Ijtimoiy ta'sir + tadbirkorlik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35240" y="242316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sotilgan kitob nusxasi ikki maqsadga xizmat qiladi: bolalar ta'limi va ijtimoiy himoyaga muhtoj fuqarolarga qo'llab-quvvatlash.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2-QISM VA TEXNOLOGIK YECHIM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502920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88720" y="1874520"/>
            <a:ext cx="4297680" cy="73152"/>
          </a:xfrm>
          <a:prstGeom prst="roundRect">
            <a:avLst/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21031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Kitob (2-qism)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2788920"/>
            <a:ext cx="42976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Zamonaviy hayotga moslab, mazmuni va dizayni to'liq muallif tomonidan qaytadan ishlab chiqilgan.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02920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0" y="1874520"/>
            <a:ext cx="4297680" cy="73152"/>
          </a:xfrm>
          <a:prstGeom prst="roundRect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21031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Dastur (video-books.uz)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788920"/>
            <a:ext cx="42976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QR-video tizimi, sayt va texnik infratuzilma to'liq muallif tomonidan noldan yaratilgan.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AQLLI BOLAJON APP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Kitobdan keyingi bosqich — barcha yosh guruhlariga mo'ljallangan bilim va gamifikatsiya platformasi.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222C5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2219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Bilim bazasi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Pullik va bepul kurslar, maktab darsliklarining interaktiv shakli, topishmoq va masalalar.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96596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222C5E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2240280"/>
            <a:ext cx="502920" cy="50292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2219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Gamifikatsiya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46520" y="274320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 tizimi — bola topshiriqlarni bajarib coin yig'adi.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222C5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434840"/>
            <a:ext cx="502920" cy="50292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41655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Market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9377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Yig'ilgan coinlarni sovg'a va bonuslarga almashtirish imkoniyati.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416052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222C5E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4434840"/>
            <a:ext cx="502920" cy="50292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86600" y="441655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Barcha yosh guruhlari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46520" y="49377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Faqat maktabgacha emas, keng yosh oralig'idagi bolalarga mos kontent.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KITOB VA DASTUR BOG'LIQLIGI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103120"/>
            <a:ext cx="4937760" cy="3108960"/>
          </a:xfrm>
          <a:prstGeom prst="roundRect">
            <a:avLst>
              <a:gd name="adj" fmla="val 2941"/>
            </a:avLst>
          </a:prstGeom>
          <a:solidFill>
            <a:srgbClr val="2F3C7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E7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Kitob sotuvi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4389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daromad manbai va bozorda tanilish. Har bir sotilgan nusxa oilaga foyda, jamoaga tushum keltiradi.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23560" y="32461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675120" y="2103120"/>
            <a:ext cx="4937760" cy="3108960"/>
          </a:xfrm>
          <a:prstGeom prst="roundRect">
            <a:avLst>
              <a:gd name="adj" fmla="val 2941"/>
            </a:avLst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0" y="23774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Dastur rivoji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949440" y="2926080"/>
            <a:ext cx="4389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Kitobdan tushgan mablag' dastur uchun yangi kontent, video va materiallar yaratish hamda yuklashga yo'naltiriladi.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HUDUDIY TAKLIF — BULOQBOSHI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Mahalla vakili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mahalladan bitta mas'ul vakil tayinlanib, kitobni hududda tarqatishga jalb etiladi.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2F3C7E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874520"/>
            <a:ext cx="640080" cy="64008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17720" y="26974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Maktabgacha ta'lim (bog'cha)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333756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Tuman xalq ta'limi bo'limi orqali bog'chalarga rasmiy kirish ruxsati va biriktirilish.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58200" y="187452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12480" y="26974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Boshlang'ich maktab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12480" y="333756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Maktablar bilan hamkorlikda ota-onalar yig'ilishlarida tanishtirish va tarqatish.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HAR BIR TOMON UCHUN FOYDA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222C5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993392"/>
            <a:ext cx="502920" cy="50292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965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Oila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487168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Sifatli, mahalliy mahsulot orqali bolani ekrandan uzoqlashtirish va rivojlantirish.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222C5E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1993392"/>
            <a:ext cx="502920" cy="50292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86600" y="1965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Mahalla vakili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2487168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Kitob tarqatishdan qo'shimcha daromad manbai.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222C5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4187952"/>
            <a:ext cx="502920" cy="50292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87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41605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Bog'cha / maktab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4681728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Bolalar rivojlanishiga xarajatsiz qo'shimcha vosita.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393192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222C5E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6520" y="4187952"/>
            <a:ext cx="502920" cy="50292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4187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86600" y="41605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Tuman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46520" y="4681728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Mahalliy ishlab chiqarilgan ta'lim mahsuloti va ijtimoiy loyihaga hissa.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280160"/>
            <a:ext cx="4114800" cy="4114800"/>
          </a:xfrm>
          <a:prstGeom prst="ellipse">
            <a:avLst/>
          </a:prstGeom>
          <a:solidFill>
            <a:srgbClr val="222C5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222C5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Rahmat!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Hamkorlik va qo'llab-quvvatlash uchun aloqaga chiqing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3520440"/>
            <a:ext cx="118872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84048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Axmedov Botir
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+998 93 228 18 84
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botircoders@gmail.com
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t.me/akhmedovbotirofficial
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video-books.uz</a:t>
            </a:r>
            <a:endParaRPr lang="en-US" sz="13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87E4FEE-B921-03B2-6377-7919C9681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1035" y="2947035"/>
            <a:ext cx="3520440" cy="3520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806</Words>
  <Application>Microsoft Office PowerPoint</Application>
  <PresentationFormat>Широкоэкранный</PresentationFormat>
  <Paragraphs>163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Bookman Old Style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Пользователь</cp:lastModifiedBy>
  <cp:revision>5</cp:revision>
  <dcterms:created xsi:type="dcterms:W3CDTF">2026-07-15T09:55:15Z</dcterms:created>
  <dcterms:modified xsi:type="dcterms:W3CDTF">2026-07-16T02:24:44Z</dcterms:modified>
</cp:coreProperties>
</file>